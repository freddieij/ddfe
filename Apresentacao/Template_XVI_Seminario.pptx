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jG9xRShBp3ilWKTZNJKLFsLzZH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1ec743f50bf0b80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1ec743f50bf0b8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1ec743f50bf0b802_0_0"/>
          <p:cNvSpPr txBox="1"/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XVI Seminário de Iniciação à Inovação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h1ec743f50bf0b802_0_0"/>
          <p:cNvSpPr/>
          <p:nvPr/>
        </p:nvSpPr>
        <p:spPr>
          <a:xfrm>
            <a:off x="0" y="5505876"/>
            <a:ext cx="12192000" cy="135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h1ec743f50bf0b802_0_0"/>
          <p:cNvSpPr txBox="1"/>
          <p:nvPr>
            <p:ph idx="1" type="body"/>
          </p:nvPr>
        </p:nvSpPr>
        <p:spPr>
          <a:xfrm>
            <a:off x="838200" y="3888425"/>
            <a:ext cx="10515600" cy="898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Bolsista: Nome</a:t>
            </a:r>
            <a:endParaRPr sz="24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Orientador: Nome</a:t>
            </a:r>
            <a:endParaRPr sz="2400"/>
          </a:p>
        </p:txBody>
      </p:sp>
      <p:sp>
        <p:nvSpPr>
          <p:cNvPr id="87" name="Google Shape;87;h1ec743f50bf0b802_0_0"/>
          <p:cNvSpPr txBox="1"/>
          <p:nvPr>
            <p:ph idx="4294967295" type="ctrTitle"/>
          </p:nvPr>
        </p:nvSpPr>
        <p:spPr>
          <a:xfrm>
            <a:off x="1885950" y="1601287"/>
            <a:ext cx="84201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pt-BR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Nome do projeto</a:t>
            </a:r>
            <a:endParaRPr sz="60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h1ec743f50bf0b802_0_0" title="logouff_vertical_azul-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0675" y="5571363"/>
            <a:ext cx="1192300" cy="122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h1ec743f50bf0b802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1930" y="5658380"/>
            <a:ext cx="2628129" cy="1047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h1ec743f50bf0b802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69000" y="5653612"/>
            <a:ext cx="2460443" cy="1056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2024-09-11T20:15:35Z</dcterms:created>
  <dc:creator>Carlos Frederico Queiroz de Andrade</dc:creator>
</cp:coreProperties>
</file>